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C"/>
                </a:solidFill>
              </a:rPr>
              <a:t>ITAI 1371  ·  Final ML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Used Car Price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3A5F"/>
                </a:solidFill>
              </a:rPr>
              <a:t>Regression &amp; Classification with Ensemble Methods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2316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231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2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5,973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42316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24231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542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25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4231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542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423160"/>
            <a:ext cx="182880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242316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542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70/15/15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Train/Val/Test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Abraham Barr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WHICH MODELS PERFORMED BEST?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🏆  Best Regressor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4612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🏆  Best Classifier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15568"/>
            <a:ext cx="2743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💡  Key Finding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15568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234440"/>
            <a:ext cx="274320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XGBoost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Gradient Boosting Regressor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176272"/>
            <a:ext cx="54864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R² Score (Val)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0.649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377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Best of all 5 models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980944"/>
            <a:ext cx="54864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3009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₹298K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31821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Lowest error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85616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785616"/>
            <a:ext cx="54864" cy="6949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R² Score (Test)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105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0.492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3986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Good generalization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685800"/>
            <a:ext cx="36576" cy="41148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6120" y="1234440"/>
            <a:ext cx="274320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461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Voting Ensemble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324612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E8"/>
                </a:solidFill>
              </a:rPr>
              <a:t>XGBoost + SVC + Logistic Regression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2176272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6120" y="2176272"/>
            <a:ext cx="54864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F1 Score (Val)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29000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0.807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54880" y="23774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Beat every model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46120" y="2980944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2980944"/>
            <a:ext cx="54864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Accuracy (Val)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29000" y="33009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80.5%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54880" y="31821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Validation set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46120" y="3785616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3" name="Shape 41"/>
          <p:cNvSpPr/>
          <p:nvPr/>
        </p:nvSpPr>
        <p:spPr>
          <a:xfrm>
            <a:off x="3246120" y="3785616"/>
            <a:ext cx="54864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ROC-AUC (Test)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29000" y="4105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0.917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754880" y="3986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Excellent AUC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685800"/>
            <a:ext cx="36576" cy="41148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7920" y="1234440"/>
            <a:ext cx="274320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179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Ensembles Win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21792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DCF0"/>
                </a:solidFill>
              </a:rPr>
              <a:t>Combining models beats any single one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2176272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2" name="Shape 50"/>
          <p:cNvSpPr/>
          <p:nvPr/>
        </p:nvSpPr>
        <p:spPr>
          <a:xfrm>
            <a:off x="6217920" y="2176272"/>
            <a:ext cx="54864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2221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XGBoost #1 individually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00800" y="2487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Top single model in both regression (R²=0.649) and classification (F1=0.791)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17920" y="2980944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6" name="Shape 54"/>
          <p:cNvSpPr/>
          <p:nvPr/>
        </p:nvSpPr>
        <p:spPr>
          <a:xfrm>
            <a:off x="6217920" y="2980944"/>
            <a:ext cx="54864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Regression is harder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00800" y="32918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R² drops ~0.15 val→test. Luxury car outliers skew predictions significantly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3785616"/>
            <a:ext cx="2743200" cy="6949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0" name="Shape 58"/>
          <p:cNvSpPr/>
          <p:nvPr/>
        </p:nvSpPr>
        <p:spPr>
          <a:xfrm>
            <a:off x="6217920" y="3785616"/>
            <a:ext cx="54864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0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Bayesian models struggled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00800" y="40965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Bayesian Ridge R²≈0.01. GNB F1≈0.37. Linear assumptions don't fit this data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METHODOLOGY &amp; CONCLUSIONS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Project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0624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5,973 records · 25 features · no missing values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420624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75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70 / 15 / 15 Split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Train, Validation, Test · random_state=42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20624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24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Feature Scaling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44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StandardScaler for KNN, SVC, Logistic Regression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420624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Train 11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94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 regression + 6 classification models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420624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224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Ensemble Building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Voting Regressor &amp; Soft Voting Classifier (top-3)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749808"/>
            <a:ext cx="36576" cy="41148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Key Conclusions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207008"/>
            <a:ext cx="411480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207008"/>
            <a:ext cx="54864" cy="10515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4773168" y="1316736"/>
            <a:ext cx="329184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XGBoost was the best single model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168249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Dominated both tasks. R²=0.649 for regression and F1=0.791 for classification. Handles non-linear feature interactions better than any other model tested.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395728"/>
            <a:ext cx="411480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395728"/>
            <a:ext cx="54864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73168" y="2505456"/>
            <a:ext cx="329184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93792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Ensemble models improved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287121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Soft Voting Classifier (XGBoost + SVC + Logistic) hit F1=0.807, beating every individual model. Diversity between model types was the key to success.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584448"/>
            <a:ext cx="411480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584448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Shape 39"/>
          <p:cNvSpPr/>
          <p:nvPr/>
        </p:nvSpPr>
        <p:spPr>
          <a:xfrm>
            <a:off x="4773168" y="3694176"/>
            <a:ext cx="329184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93792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Regression needs more work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405993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R² drops ~0.15 from validation to test set due to luxury car outliers. Log-transforming AskPrice is the recommended next step to improve generalization.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ITAI 1371  ·  Abraham Barr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ITAI 1371 - ML Final Project</dc:title>
  <dc:subject>PptxGenJS Presentation</dc:subject>
  <dc:creator>PptxGenJS</dc:creator>
  <cp:lastModifiedBy>PptxGenJS</cp:lastModifiedBy>
  <cp:revision>1</cp:revision>
  <dcterms:created xsi:type="dcterms:W3CDTF">2026-05-02T02:18:02Z</dcterms:created>
  <dcterms:modified xsi:type="dcterms:W3CDTF">2026-05-02T02:18:02Z</dcterms:modified>
</cp:coreProperties>
</file>